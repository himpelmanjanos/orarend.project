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F6DE6B-6A6E-43E4-8F8B-BAA4B36CC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39F6C6D-760C-4630-8044-E1E300F02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1FFE8A-1B00-4AE1-AB0D-9528FB4D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38DCA3D-E28E-427A-9E53-2F17F486A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D3A651-75E0-4998-A8CF-90F6E279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984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D91B0C-B0B1-4DF9-BB64-3DC5BC07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ED9E94-F048-443E-A3E1-1BB17A62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724E0E-C5D2-4995-8FDF-8836F5AD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FE7AD44-34F7-4916-AF08-FF63FC27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08FBD3-63D4-4CEF-8B53-BB5B99CC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8095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CD0A22-C0B2-4E10-90B1-6C8B101B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1FAE85-8F9B-4822-8B43-F3DE0147A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E28CDE-CDA4-4DEF-90EB-0336E258C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BCAC563-2131-4841-B27D-01D63D19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67F1887-B2E9-409C-AC7E-F5121E11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336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C3EFA1-5454-4ED5-A12C-D0889157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2DC076-9F33-43A4-85FC-FA2CB82A8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C1FF78B-D663-4CB1-A38A-B657A3E6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8292603-DD70-453B-97AA-35A60F2F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9911B3B-A8AE-42DE-A4B5-F3E02813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95C55DA-5C0B-4BA4-A3A7-EAB0C06D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254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8299BC-CA73-4726-9A66-9D8D6750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8F097FE-2910-4F6F-B1CA-2B34C1CA3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63EDDF6-3191-421A-A1C8-A9D053A15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F9D067D-D13A-4934-8724-28BF8211F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F13B6B7-34AA-4EC3-A972-60A8820E9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8446BF3-C9D4-4C6E-A96A-A02CD6A2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6E81764-4F4A-413B-B25E-187EDD39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7E30D86-EF1C-48BF-93EA-3D149AB9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881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33BA67-4EC8-4381-B604-CF6728AC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AF89D1D-0418-4067-88FB-FED7408B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CE92D42-F7CB-4756-9298-00397E22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C2DBDBA-DD8E-4DE5-8E2E-F13675CC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083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82A0438-A17D-494D-922A-A549815E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9D5D049-E6C7-46E3-992E-6D6D31AF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5399A11-C2D6-4847-A6A4-DF075EA8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826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2AE07E-A94B-41AC-92D1-5132DAAB7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1AC2C7-8E3E-4FF6-8D5D-F29A55E4A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08D5D3C-9537-4065-93E9-A812D863B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9E2DF3F-9A4C-455B-92AC-EB6562DD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CDB5F15-93A6-4F75-9CDD-116AA270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107A460-CC94-4F51-9461-A2493D57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6707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48B8A8-932D-434F-AC10-10F30A45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28DFB55-49CE-452C-A6B0-A74E15745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25E8AC7-03F3-4891-9C55-535C2E23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9EE3D21-EFC2-40A7-9759-67D9D6E7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4152A46-80CA-4228-A08D-B64013A4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46EA575-B2EB-43B1-A075-0C6EF24F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959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60BDBF-08CD-4963-B065-CF6E5CFF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6508A8D-16BA-4438-A034-AB54B6F97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7DE56B-27F6-4C56-BDE7-D669CCAC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0C251F-8221-4939-9694-1F6A50BD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397181B-6D17-4682-B31E-E53EED47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9629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7E6E974-08D8-4A2B-AFA6-F75E396E8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4B89C52-9F43-4156-B7EC-6CC4847E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B6E3E10-30FA-4B8C-9D52-64575CDB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0E42842-308F-459D-8A00-0AFF19B2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4D41856-F5B6-457E-B501-EEDBBA23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3875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815C431-4445-41E3-97B9-5A963935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D106ABD-57A5-4990-8792-7D33D0D8C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28850C2-6825-40A4-ACC5-00B976AF2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8657B-5D32-4E19-A37C-995D2A403FB6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3BFE81-82D8-4D24-843D-D4A45F22F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DDFF54-293E-4E0E-83F7-63D499D7D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ADB10-06F7-415B-AC1D-64ABA52457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581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06307C-9055-48D8-BEDD-893B4CF66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hu-HU" sz="6600" dirty="0">
                <a:solidFill>
                  <a:schemeClr val="bg1"/>
                </a:solidFill>
                <a:latin typeface="Bahnschrift" panose="020B0502040204020203" pitchFamily="34" charset="0"/>
              </a:rPr>
              <a:t>11.E osztály weboldal készítési folyamata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44DD9EB-6554-4723-86CD-58302EF51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714"/>
            <a:ext cx="4047903" cy="1415286"/>
          </a:xfrm>
        </p:spPr>
        <p:txBody>
          <a:bodyPr/>
          <a:lstStyle/>
          <a:p>
            <a:pPr algn="l"/>
            <a:r>
              <a:rPr lang="hu-HU" dirty="0">
                <a:solidFill>
                  <a:schemeClr val="bg1"/>
                </a:solidFill>
              </a:rPr>
              <a:t>Csapatkapitány: Staudt István</a:t>
            </a:r>
          </a:p>
          <a:p>
            <a:pPr algn="l"/>
            <a:r>
              <a:rPr lang="hu-HU" dirty="0">
                <a:solidFill>
                  <a:schemeClr val="bg1"/>
                </a:solidFill>
              </a:rPr>
              <a:t>Csapattagok: </a:t>
            </a:r>
            <a:r>
              <a:rPr lang="hu-HU" dirty="0" err="1">
                <a:solidFill>
                  <a:schemeClr val="bg1"/>
                </a:solidFill>
              </a:rPr>
              <a:t>Himpelman</a:t>
            </a:r>
            <a:r>
              <a:rPr lang="hu-HU" dirty="0">
                <a:solidFill>
                  <a:schemeClr val="bg1"/>
                </a:solidFill>
              </a:rPr>
              <a:t> János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 dirty="0">
                <a:solidFill>
                  <a:schemeClr val="bg1"/>
                </a:solidFill>
              </a:rPr>
              <a:t>	           </a:t>
            </a:r>
            <a:r>
              <a:rPr lang="hu-HU" dirty="0" err="1">
                <a:solidFill>
                  <a:schemeClr val="bg1"/>
                </a:solidFill>
              </a:rPr>
              <a:t>Tamaskó</a:t>
            </a:r>
            <a:r>
              <a:rPr lang="hu-HU" dirty="0">
                <a:solidFill>
                  <a:schemeClr val="bg1"/>
                </a:solidFill>
              </a:rPr>
              <a:t> Szabolcs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B6AE25F-872D-3F05-FA03-1FA1B8F82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255" y="2600392"/>
            <a:ext cx="2707489" cy="288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76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FF853-73A1-CACC-098B-0E614A56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8EAF4E-BDA8-D1FF-8621-4F1124958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9" y="164559"/>
            <a:ext cx="6856702" cy="804705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  <a:t>Projekt és annak határideje: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8F1C1A-BD10-13F5-9DBC-DFA832973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78" y="1765395"/>
            <a:ext cx="11334044" cy="2294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  <a:t>-Meg kellett csinálni a 11.E osztály weboldalját, órarendjét és azon belül a tantárgyaknál weboldalakat ahol bemutatjuk a tanárt aki tanítja az adott tantárgyat és azoknak egy tartalomjegyzéket</a:t>
            </a:r>
            <a:b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  <a:t>-A projekt határidejére 2 hetet kaptunk</a:t>
            </a: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396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559D68-E44D-4A77-B3B7-103633E7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  <a:t>Feladatok kiosztása: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840B475B-9AFF-4372-98FD-64665CF921B6}"/>
              </a:ext>
            </a:extLst>
          </p:cNvPr>
          <p:cNvSpPr/>
          <p:nvPr/>
        </p:nvSpPr>
        <p:spPr>
          <a:xfrm>
            <a:off x="6019395" y="1325563"/>
            <a:ext cx="153210" cy="3488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F736356-4727-4B7B-9C1A-9DD794C183F7}"/>
              </a:ext>
            </a:extLst>
          </p:cNvPr>
          <p:cNvSpPr txBox="1"/>
          <p:nvPr/>
        </p:nvSpPr>
        <p:spPr>
          <a:xfrm>
            <a:off x="2618344" y="1444833"/>
            <a:ext cx="3051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</a:rPr>
              <a:t>Staudt István</a:t>
            </a:r>
          </a:p>
          <a:p>
            <a:r>
              <a:rPr lang="hu-HU" sz="2800" dirty="0">
                <a:solidFill>
                  <a:schemeClr val="bg1"/>
                </a:solidFill>
              </a:rPr>
              <a:t>Csapatkapitány: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CF48065-545A-413A-B82C-5E8F1CD76560}"/>
              </a:ext>
            </a:extLst>
          </p:cNvPr>
          <p:cNvSpPr txBox="1"/>
          <p:nvPr/>
        </p:nvSpPr>
        <p:spPr>
          <a:xfrm>
            <a:off x="6521697" y="1449124"/>
            <a:ext cx="3051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err="1">
                <a:solidFill>
                  <a:schemeClr val="bg1"/>
                </a:solidFill>
              </a:rPr>
              <a:t>Himpelman</a:t>
            </a:r>
            <a:r>
              <a:rPr lang="hu-HU" sz="2800" dirty="0">
                <a:solidFill>
                  <a:schemeClr val="bg1"/>
                </a:solidFill>
              </a:rPr>
              <a:t> János</a:t>
            </a:r>
          </a:p>
          <a:p>
            <a:r>
              <a:rPr lang="hu-HU" sz="2800" dirty="0">
                <a:solidFill>
                  <a:schemeClr val="bg1"/>
                </a:solidFill>
              </a:rPr>
              <a:t>Csapattárs: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5B2D368-2AE3-413D-9DA0-FA533BC044BA}"/>
              </a:ext>
            </a:extLst>
          </p:cNvPr>
          <p:cNvSpPr txBox="1"/>
          <p:nvPr/>
        </p:nvSpPr>
        <p:spPr>
          <a:xfrm>
            <a:off x="1943310" y="2736502"/>
            <a:ext cx="37952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-Főoldal 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html-jének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css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-ének fejlesztése</a:t>
            </a:r>
          </a:p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-Kép keresés</a:t>
            </a:r>
          </a:p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-PPT elkészítése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43518CA-4BD9-491D-B363-4AB8C55053F9}"/>
              </a:ext>
            </a:extLst>
          </p:cNvPr>
          <p:cNvSpPr txBox="1"/>
          <p:nvPr/>
        </p:nvSpPr>
        <p:spPr>
          <a:xfrm>
            <a:off x="6453484" y="2736502"/>
            <a:ext cx="50835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 létrehozása</a:t>
            </a:r>
          </a:p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Figma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elkészítése</a:t>
            </a:r>
            <a:b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-További 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html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-ek, 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css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-ek befejezése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68967C08-8F54-387C-CEED-1E8A8EC58F60}"/>
              </a:ext>
            </a:extLst>
          </p:cNvPr>
          <p:cNvSpPr/>
          <p:nvPr/>
        </p:nvSpPr>
        <p:spPr>
          <a:xfrm rot="5400000">
            <a:off x="6163000" y="594305"/>
            <a:ext cx="132910" cy="8572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E18F266E-B77C-D010-FD08-3F419878C20A}"/>
              </a:ext>
            </a:extLst>
          </p:cNvPr>
          <p:cNvSpPr txBox="1"/>
          <p:nvPr/>
        </p:nvSpPr>
        <p:spPr>
          <a:xfrm>
            <a:off x="1943310" y="5162350"/>
            <a:ext cx="3051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err="1">
                <a:solidFill>
                  <a:schemeClr val="bg1"/>
                </a:solidFill>
              </a:rPr>
              <a:t>Tamaskó</a:t>
            </a:r>
            <a:r>
              <a:rPr lang="hu-HU" sz="2800" dirty="0">
                <a:solidFill>
                  <a:schemeClr val="bg1"/>
                </a:solidFill>
              </a:rPr>
              <a:t> Szabolcs</a:t>
            </a:r>
          </a:p>
          <a:p>
            <a:r>
              <a:rPr lang="hu-HU" sz="2800" dirty="0">
                <a:solidFill>
                  <a:schemeClr val="bg1"/>
                </a:solidFill>
              </a:rPr>
              <a:t>Csapattárs: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76971385-A1AE-6395-F855-B4E2FD378A96}"/>
              </a:ext>
            </a:extLst>
          </p:cNvPr>
          <p:cNvSpPr txBox="1"/>
          <p:nvPr/>
        </p:nvSpPr>
        <p:spPr>
          <a:xfrm>
            <a:off x="4995269" y="5057320"/>
            <a:ext cx="7168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Scrum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dokkumentáció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elkészítése</a:t>
            </a:r>
            <a:b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-Weboldal 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dokkumentáció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elkészítése</a:t>
            </a:r>
            <a:b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-Főoldal 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html-jében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hu-HU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css</a:t>
            </a:r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-ében segítség</a:t>
            </a:r>
          </a:p>
        </p:txBody>
      </p:sp>
    </p:spTree>
    <p:extLst>
      <p:ext uri="{BB962C8B-B14F-4D97-AF65-F5344CB8AC3E}">
        <p14:creationId xmlns:p14="http://schemas.microsoft.com/office/powerpoint/2010/main" val="400961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B790A5-24A8-4FDD-8954-C6CCF10E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8"/>
            <a:ext cx="5568696" cy="1063953"/>
          </a:xfrm>
        </p:spPr>
        <p:txBody>
          <a:bodyPr/>
          <a:lstStyle/>
          <a:p>
            <a:r>
              <a:rPr lang="hu-HU" dirty="0" err="1">
                <a:solidFill>
                  <a:schemeClr val="bg1"/>
                </a:solidFill>
                <a:latin typeface="Bahnschrift" panose="020B0502040204020203" pitchFamily="34" charset="0"/>
              </a:rPr>
              <a:t>Figma</a:t>
            </a:r>
            <a: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  <a:t> látványtervek: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E484D50C-0AB1-9D3B-4F3D-F59356603D7C}"/>
              </a:ext>
            </a:extLst>
          </p:cNvPr>
          <p:cNvSpPr txBox="1"/>
          <p:nvPr/>
        </p:nvSpPr>
        <p:spPr>
          <a:xfrm>
            <a:off x="2021102" y="1170985"/>
            <a:ext cx="1485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Főoldal: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53A50DB-B6C9-52CB-B5CC-C1E7CBFBF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53" y="1818874"/>
            <a:ext cx="3726000" cy="479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49A11346-074E-D34F-F722-159BB2C80A44}"/>
              </a:ext>
            </a:extLst>
          </p:cNvPr>
          <p:cNvSpPr txBox="1"/>
          <p:nvPr/>
        </p:nvSpPr>
        <p:spPr>
          <a:xfrm>
            <a:off x="8100531" y="1167821"/>
            <a:ext cx="2040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Tantárgyak: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DEFD1BB-35EF-2676-FA94-DD5345AFC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600" y="1818874"/>
            <a:ext cx="3724275" cy="479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30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9A72-C549-B205-1F3C-6AF74E24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övegdoboz 5">
            <a:extLst>
              <a:ext uri="{FF2B5EF4-FFF2-40B4-BE49-F238E27FC236}">
                <a16:creationId xmlns:a16="http://schemas.microsoft.com/office/drawing/2014/main" id="{4D72A81D-ED62-987C-7BCF-C1774CEEA0E0}"/>
              </a:ext>
            </a:extLst>
          </p:cNvPr>
          <p:cNvSpPr txBox="1"/>
          <p:nvPr/>
        </p:nvSpPr>
        <p:spPr>
          <a:xfrm>
            <a:off x="1063325" y="621628"/>
            <a:ext cx="32360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Különböző tanárok mintaoldalai: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5EBC94A-0643-EF8B-CBF6-031BC9EA13D2}"/>
              </a:ext>
            </a:extLst>
          </p:cNvPr>
          <p:cNvSpPr txBox="1"/>
          <p:nvPr/>
        </p:nvSpPr>
        <p:spPr>
          <a:xfrm>
            <a:off x="8100531" y="1167821"/>
            <a:ext cx="2040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Tanáraink: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4304399-9206-654A-46E5-7323F775A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94" y="1818874"/>
            <a:ext cx="3743325" cy="479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FFC9852-7F87-0838-0D94-769872170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737" y="1818874"/>
            <a:ext cx="3744000" cy="479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842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FC4D89-ECAA-41B5-85BF-3BF92DE4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45" y="18255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  <a:t>Nehézségek fejlesztés során: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F7A904-AAF5-4C6B-B6B9-B0F92FB6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152" y="1253331"/>
            <a:ext cx="11334044" cy="1654461"/>
          </a:xfrm>
        </p:spPr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  <a:t>-Elején a csapatmunka nem volt szinkronban</a:t>
            </a:r>
          </a:p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Bahnschrift" panose="020B0502040204020203" pitchFamily="34" charset="0"/>
              </a:rPr>
              <a:t>-Szeptember 7: Büntetésből következő órára (Szeptember 8.-ára) meg kellett csinálni az egész projektet</a:t>
            </a:r>
          </a:p>
        </p:txBody>
      </p:sp>
    </p:spTree>
    <p:extLst>
      <p:ext uri="{BB962C8B-B14F-4D97-AF65-F5344CB8AC3E}">
        <p14:creationId xmlns:p14="http://schemas.microsoft.com/office/powerpoint/2010/main" val="3606076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163</Words>
  <Application>Microsoft Office PowerPoint</Application>
  <PresentationFormat>Szélesvásznú</PresentationFormat>
  <Paragraphs>26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Calibri</vt:lpstr>
      <vt:lpstr>Calibri Light</vt:lpstr>
      <vt:lpstr>Office-téma</vt:lpstr>
      <vt:lpstr>11.E osztály weboldal készítési folyamata</vt:lpstr>
      <vt:lpstr>Projekt és annak határideje:</vt:lpstr>
      <vt:lpstr>Feladatok kiosztása:</vt:lpstr>
      <vt:lpstr>Figma látványtervek:</vt:lpstr>
      <vt:lpstr>PowerPoint-bemutató</vt:lpstr>
      <vt:lpstr>Nehézségek fejlesztés során: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Mercedes benz magazin készítés folyamata</dc:title>
  <dc:creator>Tomó Zalán</dc:creator>
  <cp:lastModifiedBy>Staudt István</cp:lastModifiedBy>
  <cp:revision>15</cp:revision>
  <dcterms:created xsi:type="dcterms:W3CDTF">2025-09-16T08:18:52Z</dcterms:created>
  <dcterms:modified xsi:type="dcterms:W3CDTF">2025-10-07T20:16:32Z</dcterms:modified>
</cp:coreProperties>
</file>